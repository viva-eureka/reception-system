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273270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273270"/>
          </a:solidFill>
          <a:ln/>
        </p:spPr>
      </p:sp>
      <p:sp>
        <p:nvSpPr>
          <p:cNvPr id="4" name="Shape 2"/>
          <p:cNvSpPr/>
          <p:nvPr/>
        </p:nvSpPr>
        <p:spPr>
          <a:xfrm>
            <a:off x="-1005840" y="4754880"/>
            <a:ext cx="2926080" cy="2926080"/>
          </a:xfrm>
          <a:prstGeom prst="ellipse">
            <a:avLst/>
          </a:prstGeom>
          <a:solidFill>
            <a:srgbClr val="27327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HANDOVER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受付システム 保守引き継ぎ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受付管理システム（ラクネコ代替）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377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対象：管理本部／情報システム部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株式会社ユリーカ ｜ 2026-08-27 ｜ v1.5.0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本日のアジェンダ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914400"/>
          </a:xfrm>
          <a:prstGeom prst="roundRect">
            <a:avLst>
              <a:gd name="adj" fmla="val 9000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6002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94960" cy="914400"/>
          </a:xfrm>
          <a:prstGeom prst="roundRect">
            <a:avLst>
              <a:gd name="adj" fmla="val 9000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65392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6539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6002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全体構成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5394960" cy="914400"/>
          </a:xfrm>
          <a:prstGeom prst="roundRect">
            <a:avLst>
              <a:gd name="adj" fmla="val 9000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28803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651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デプロイと環境変数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09360" y="2651760"/>
            <a:ext cx="5394960" cy="914400"/>
          </a:xfrm>
          <a:prstGeom prst="roundRect">
            <a:avLst>
              <a:gd name="adj" fmla="val 9000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65392" y="28803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65392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2651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データベース（＋drift）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5394960" cy="914400"/>
          </a:xfrm>
          <a:prstGeom prst="roundRect">
            <a:avLst>
              <a:gd name="adj" fmla="val 9000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3931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703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外部連携（GAS）と運用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09360" y="3703320"/>
            <a:ext cx="5394960" cy="914400"/>
          </a:xfrm>
          <a:prstGeom prst="roundRect">
            <a:avLst>
              <a:gd name="adj" fmla="val 9000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65392" y="3931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6539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3703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障害対応ランブック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5394960" cy="914400"/>
          </a:xfrm>
          <a:prstGeom prst="roundRect">
            <a:avLst>
              <a:gd name="adj" fmla="val 9000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" y="4983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4672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47548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受け入れテスト結果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09360" y="4754880"/>
            <a:ext cx="5394960" cy="914400"/>
          </a:xfrm>
          <a:prstGeom prst="roundRect">
            <a:avLst>
              <a:gd name="adj" fmla="val 9000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65392" y="4983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65392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223760" y="47548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引き継ぎ・AI保守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システム概要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ラクネコ（受付SaaS）の代替として内製。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× Supabase × Vercel で構成。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371600"/>
            <a:ext cx="4206240" cy="914400"/>
          </a:xfrm>
          <a:prstGeom prst="roundRect">
            <a:avLst>
              <a:gd name="adj" fmla="val 9000"/>
            </a:avLst>
          </a:prstGeom>
          <a:solidFill>
            <a:srgbClr val="1E2761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635240" y="1481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本番URL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3524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reception-eureka.com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670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受付端末（iPad）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27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QR・名刺・音声・キーボード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51960" y="246888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480560" y="2670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Chat通知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127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来訪を即通知／対応・依頼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246888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183880" y="2670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招待状・QR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83880" y="3127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カレンダー連携で自動作成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4315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会議室空き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77316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リソースカレンダーから表示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51960" y="411480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80560" y="4315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入退館・監査ログ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77316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履歴・監査・CSV出力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55280" y="411480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183880" y="4315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77316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来訪状況を可視化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全体構成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98448" y="1801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フロントエンド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index.html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157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受付端末＆管理コンソール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1600200"/>
            <a:ext cx="35204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82880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801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377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Functions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7157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通知・招待・ログ・同期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600200"/>
            <a:ext cx="35204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83880" y="18288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05088" y="1801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2377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7157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全データ保存・RLS保護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35204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6118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98448" y="35844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カレンダー連携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160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Apps Script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4988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招待作成・会議室同期(15分)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383280"/>
            <a:ext cx="35204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80560" y="3611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01768" y="35844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通知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480560" y="4160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Chat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4988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来訪通知・対応/依頼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55280" y="3383280"/>
            <a:ext cx="35204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83880" y="36118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05088" y="35844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認証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160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OAuth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183880" y="44988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対応者の本人識別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流れ：iPad → Supabase → /api/notify → Chat通知 → 「対応」ボタン → OAuth → 対応者記録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&amp; ENV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デプロイと環境変数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デプロイの流れ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4028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1300"/>
              </a:spcAft>
              <a:buNone/>
            </a:pPr>
            <a:r>
              <a:rPr lang="en-US" sz="14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へ push → Vercel が自動デプロイ</a:t>
            </a:r>
            <a:pPr indent="0" marL="0">
              <a:lnSpc>
                <a:spcPct val="108000"/>
              </a:lnSpc>
              <a:spcAft>
                <a:spcPts val="1300"/>
              </a:spcAft>
              <a:buNone/>
            </a:pPr>
            <a:r>
              <a:rPr lang="en-US" sz="14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マージ＝本番反映（1〜数分）</a:t>
            </a:r>
            <a:pPr indent="0" marL="0">
              <a:lnSpc>
                <a:spcPct val="108000"/>
              </a:lnSpc>
              <a:spcAft>
                <a:spcPts val="1300"/>
              </a:spcAft>
              <a:buNone/>
            </a:pPr>
            <a:r>
              <a:rPr lang="en-US" sz="14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PRごとにプレビューURLで事前確認</a:t>
            </a:r>
            <a:pPr indent="0" marL="0">
              <a:lnSpc>
                <a:spcPct val="108000"/>
              </a:lnSpc>
              <a:spcAft>
                <a:spcPts val="1300"/>
              </a:spcAft>
              <a:buNone/>
            </a:pPr>
            <a:r>
              <a:rPr lang="en-US" sz="14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PRのCIは無し（プレビュー目視が要）</a:t>
            </a:r>
            <a:pPr indent="0" marL="0">
              <a:lnSpc>
                <a:spcPct val="108000"/>
              </a:lnSpc>
              <a:spcAft>
                <a:spcPts val="1300"/>
              </a:spcAft>
              <a:buNone/>
            </a:pPr>
            <a:r>
              <a:rPr lang="en-US" sz="14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反映が古い時は強制リロード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環境変数（Vercelで管理・値は非公開）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SUPABASE_URL / SERVICE_ROLE_KEY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5603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DBアクセス（サーバー）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871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INVITATION_SECRET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1455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GAS↔API 認証（GASと一致）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34564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GOOGLE_CHAT_WEBHOOK_URL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7307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Chat通知（フォールバック）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41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GOOGLE_OAUTH_CLIENT_ID / SECRET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3159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対応者OAuth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6268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RESEND_API_KEY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9011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メール送信（任意）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5212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ANTHROPIC_API_KEY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54864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名刺OCR・音声（任意）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データベース（Supabase）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主なテーブル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4028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reception_visits … 入退館記録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reception_responders … 対応者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reception_invitations … 招待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reception_rooms / _room_availability … 会議室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reception_settings … 設定（KV）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/ buttons / audit_logs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5349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RLS：ブラウザ=anon／サーバー=service_role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4206240"/>
          </a:xfrm>
          <a:prstGeom prst="roundRect">
            <a:avLst>
              <a:gd name="adj" fmla="val 1957"/>
            </a:avLst>
          </a:prstGeom>
          <a:solidFill>
            <a:srgbClr val="FBF3E2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783080"/>
            <a:ext cx="457200" cy="457200"/>
          </a:xfrm>
          <a:prstGeom prst="ellipse">
            <a:avLst/>
          </a:prstGeom>
          <a:solidFill>
            <a:srgbClr val="C8860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8105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重要：スキーマ drift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46888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本番スキーマは migrations/ より進んでいる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一部の列・表は管理画面で直接適用済み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calendar_id / room_availability / actor_name / visit_purpose 等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本番が「正」。migrationだけでは再構築不可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移設・復旧は本番ダンプから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外部連携（Google Apps Script）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主な関数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40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onCalendarEventUpdated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14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招待状+QRメール（各自設定）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926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syncRoomAvailability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200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会議室空き15分同期（1名でOK）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611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syncRoomsToReception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886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会議室マスタ初回同期（手動）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297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setupTrigger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4572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トリガー一括登録（手動）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9834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setSecretOnce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5257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SECRET保存（手動）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1554480"/>
            <a:ext cx="5303520" cy="4206240"/>
          </a:xfrm>
          <a:prstGeom prst="roundRect">
            <a:avLst>
              <a:gd name="adj" fmla="val 1957"/>
            </a:avLst>
          </a:prstGeom>
          <a:solidFill>
            <a:srgbClr val="FBF3E2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836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運用の注意（依存）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286000"/>
            <a:ext cx="4800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RECEPTION_URL は直URL（*.vercel.app）</a:t>
            </a:r>
            <a:pPr indent="0" marL="0">
              <a:lnSpc>
                <a:spcPct val="108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独自ドメインはリダイレクトで405</a:t>
            </a:r>
            <a:pPr indent="0" marL="0">
              <a:lnSpc>
                <a:spcPct val="108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同期は設定者1名のアカウント依存</a:t>
            </a:r>
            <a:pPr indent="0" marL="0">
              <a:lnSpc>
                <a:spcPct val="108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退職・権限変更で停止 → 別担当で再設定</a:t>
            </a:r>
            <a:pPr indent="0" marL="0">
              <a:lnSpc>
                <a:spcPct val="108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は Vercel と GAS で一致</a:t>
            </a:r>
            <a:pPr indent="0" marL="0">
              <a:lnSpc>
                <a:spcPct val="108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失敗続きで自動停止 → setupTrigger 再実行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障害対応ランブック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会議室が「同期データなし」→ Apps Scriptの「実行数」で確認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9748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2029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実行が無い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71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トリガー停止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529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setupTrigger 再実行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874520"/>
            <a:ext cx="269748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93592" y="2029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24871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URLが独自ドメイン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28529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直URLに変更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2784" y="1874520"/>
            <a:ext cx="269748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55664" y="2029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4871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SECRET不一致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8529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値を一致させる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34856" y="1874520"/>
            <a:ext cx="269748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317736" y="2029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317736" y="24871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API/DB側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17736" y="28529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スキーマ確認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11064240" cy="2011680"/>
          </a:xfrm>
          <a:prstGeom prst="roundRect">
            <a:avLst>
              <a:gd name="adj" fmla="val 409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41248" y="3977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その他のよくある事象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34340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Chat通知が来ない … 設定のWebhook／個別DMはstaffのnotification_webhook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PIN忘れ … 管理画面でPINリセット（要 RESEND_API_KEY）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QR期限切れ … 来訪日が過去日は無効（仕様）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OAuthエラー … CLIENT_ID/SECRET・リダイレクトURI・ドメイン制限を確認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受け入れテスト結果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383280" cy="4206240"/>
          </a:xfrm>
          <a:prstGeom prst="roundRect">
            <a:avLst>
              <a:gd name="adj" fmla="val 2432"/>
            </a:avLst>
          </a:prstGeom>
          <a:solidFill>
            <a:srgbClr val="1E2761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受け入れテスト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完了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118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要修正3件 対応済み／残りはOK・許容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1554480"/>
            <a:ext cx="7406640" cy="960120"/>
          </a:xfrm>
          <a:prstGeom prst="roundRect">
            <a:avLst>
              <a:gd name="adj" fmla="val 8571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34840" y="1810512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348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170078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任意期間検索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206654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開始日〜終了日で絞込み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06240" y="2651760"/>
            <a:ext cx="7406640" cy="960120"/>
          </a:xfrm>
          <a:prstGeom prst="roundRect">
            <a:avLst>
              <a:gd name="adj" fmla="val 8571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34840" y="2907792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3484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279806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お知らせ表示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31638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待ち受け画面に表示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06240" y="3749040"/>
            <a:ext cx="7406640" cy="960120"/>
          </a:xfrm>
          <a:prstGeom prst="roundRect">
            <a:avLst>
              <a:gd name="adj" fmla="val 8571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34840" y="4005072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43484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389534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退館日時の表示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426110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入退館記録に列追加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502920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ゴール：ラクネコと同一仕様ではなく、現在の受付業務が問題なく行えること。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引き継ぎと AI保守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アクセス移管チェックリスト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4028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リポジトリ権限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Vercel（デプロイ・環境変数）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Supabase（DB・バックアップ）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Apps Script（トリガー実行者）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Chat / OAuth 管理権限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独自ドメイン DNS/Vercel 設定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本番スキーマのダンプ保管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30352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8368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AIエージェントで保守する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24028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各自が好みのAIエージェントでOK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作業前に docs/ を読ませる（前提共有）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変更は ブランチ→PR→プレビュー確認→マージ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秘密情報（キー値）は書かせない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スキーマ変更は migration 化（drift防止）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手順は docs/ai-agent-maintenance.md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ドキュメント（docs/）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正本は docs/ に集約（Git管理）。入口は docs/README.md。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44068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0939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4414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索引（目次）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965960"/>
            <a:ext cx="544068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11112" y="20939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maintenance-handover.md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4414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保守引き継ぎ・ランブック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544068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04672" y="30998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history-and-decisions.md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44728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経緯・意思決定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2971800"/>
            <a:ext cx="544068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611112" y="30998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acceptance-test.md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344728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受け入れテスト結果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44068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" y="410565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ai-agent-maintenance.md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44531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AIエージェント保守手順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3977640"/>
            <a:ext cx="544068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11112" y="410565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changelog.md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44531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リリースノート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544068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51114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startup-guide-*.md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54589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導入・連携セットアップ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4983480"/>
            <a:ext cx="544068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611112" y="51114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help-qa-tips.md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11112" y="54589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ヘルプ・Q&amp;A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188720"/>
            <a:ext cx="4023360" cy="4023360"/>
          </a:xfrm>
          <a:prstGeom prst="ellipse">
            <a:avLst/>
          </a:prstGeom>
          <a:solidFill>
            <a:srgbClr val="27327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引き継ぎのポイント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68680" y="22402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24028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ドメインのPOSTは405 → GASは直URL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68680" y="30632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0632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会議室同期は1名アカウント依存 → 再設定可に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68680" y="38862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88620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スキーマは本番が正 → 再構築は本番ダンプ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68680" y="47091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7091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AI保守は docs/ を読ませてPR運用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623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 docs/README.md → maintenance-handover.md を参照。ご不明点はこの場で。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0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2026-08-27T08:22:33Z</dcterms:created>
  <dcterms:modified xsi:type="dcterms:W3CDTF">2026-08-27T08:22:33Z</dcterms:modified>
</cp:coreProperties>
</file>